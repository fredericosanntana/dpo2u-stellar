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DPO2U × Pulso Hackathon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Frederico Santana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Credencial positiva para private finance na Stellar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DPO2U transforma o resultado de uma verificação regulatória em uma primitive verificável.</a:t>
            </a:r>
          </a:p>
          <a:p>
            <a:pPr lvl="0"/>
            <a:r>
              <a:rPr/>
              <a:t>Privada, composable e acionável on-chain.</a:t>
            </a:r>
          </a:p>
          <a:p>
            <a:pPr lvl="0"/>
            <a:r>
              <a:rPr/>
              <a:t>Sem expor PII.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Chains públicas expõem informação demais.</a:t>
            </a:r>
          </a:p>
          <a:p>
            <a:pPr lvl="0"/>
            <a:r>
              <a:rPr/>
              <a:t>Fluxos tradicionais de compliance reexpõem dado pessoal a cada integração.</a:t>
            </a:r>
          </a:p>
          <a:p>
            <a:pPr lvl="0"/>
            <a:r>
              <a:rPr/>
              <a:t>Privacy pools precisam de uma camada crível de admissão para uso institucional.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Nossa tese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Prove, don’t perform.</a:t>
            </a:r>
          </a:p>
          <a:p>
            <a:pPr lvl="0"/>
            <a:r>
              <a:rPr/>
              <a:t>O usuário deve provar que qualifica para um conjunto conforme.</a:t>
            </a:r>
          </a:p>
          <a:p>
            <a:pPr lvl="0"/>
            <a:r>
              <a:rPr/>
              <a:t>Sem revelar quem é.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a DPO2U faz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registry canônico de atestações;</a:t>
            </a:r>
          </a:p>
          <a:p>
            <a:pPr lvl="0"/>
            <a:r>
              <a:rPr/>
              <a:t>layer de policy para credencial positiva;</a:t>
            </a:r>
          </a:p>
          <a:p>
            <a:pPr lvl="0"/>
            <a:r>
              <a:rPr/>
              <a:t>admissão / revogação ASP;</a:t>
            </a:r>
          </a:p>
          <a:p>
            <a:pPr lvl="0"/>
            <a:r>
              <a:rPr/>
              <a:t>bridge operacional para uma lane em Stellar.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que Stellar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ecossistema real de settlement;</a:t>
            </a:r>
          </a:p>
          <a:p>
            <a:pPr lvl="0"/>
            <a:r>
              <a:rPr/>
              <a:t>composability via Soroban;</a:t>
            </a:r>
          </a:p>
          <a:p>
            <a:pPr lvl="0"/>
            <a:r>
              <a:rPr/>
              <a:t>primitives ZK emergindo no stack;</a:t>
            </a:r>
          </a:p>
          <a:p>
            <a:pPr lvl="0"/>
            <a:r>
              <a:rPr/>
              <a:t>forte encaixe para private finance com superfície institucional.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é load-bearing aqui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Não é integração cosmética.</a:t>
            </a:r>
          </a:p>
          <a:p>
            <a:pPr lvl="0" indent="0" marL="0">
              <a:buNone/>
            </a:pPr>
            <a:r>
              <a:rPr/>
              <a:t>O resultado da atestação controla diretamente:</a:t>
            </a:r>
          </a:p>
          <a:p>
            <a:pPr lvl="0"/>
            <a:r>
              <a:rPr/>
              <a:t>admissão no conjunto positivo;</a:t>
            </a:r>
          </a:p>
          <a:p>
            <a:pPr lvl="0"/>
            <a:r>
              <a:rPr/>
              <a:t>revogação do conjunto positivo;</a:t>
            </a:r>
          </a:p>
          <a:p>
            <a:pPr lvl="0"/>
            <a:r>
              <a:rPr/>
              <a:t>bloqueio operacional de re-entry após revogação.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configurar policy viva no registry;</a:t>
            </a:r>
          </a:p>
          <a:p>
            <a:pPr lvl="0" indent="-342900" marL="342900">
              <a:buAutoNum type="arabicPeriod"/>
            </a:pPr>
            <a:r>
              <a:rPr/>
              <a:t>registrar atestação viva;</a:t>
            </a:r>
          </a:p>
          <a:p>
            <a:pPr lvl="0" indent="-342900" marL="342900">
              <a:buAutoNum type="arabicPeriod"/>
            </a:pPr>
            <a:r>
              <a:rPr/>
              <a:t>extrair decisão canônica;</a:t>
            </a:r>
          </a:p>
          <a:p>
            <a:pPr lvl="0" indent="-342900" marL="342900">
              <a:buAutoNum type="arabicPeriod"/>
            </a:pPr>
            <a:r>
              <a:rPr/>
              <a:t>gerar payload de admissão;</a:t>
            </a:r>
          </a:p>
          <a:p>
            <a:pPr lvl="0" indent="-342900" marL="342900">
              <a:buAutoNum type="arabicPeriod"/>
            </a:pPr>
            <a:r>
              <a:rPr/>
              <a:t>inserir leaf / admitir na lane;</a:t>
            </a:r>
          </a:p>
          <a:p>
            <a:pPr lvl="0" indent="-342900" marL="342900">
              <a:buAutoNum type="arabicPeriod"/>
            </a:pPr>
            <a:r>
              <a:rPr/>
              <a:t>revogar atestação;</a:t>
            </a:r>
          </a:p>
          <a:p>
            <a:pPr lvl="0" indent="-342900" marL="342900">
              <a:buAutoNum type="arabicPeriod"/>
            </a:pPr>
            <a:r>
              <a:rPr/>
              <a:t>provar bloqueio de re-entry.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deployment testnet do registry;</a:t>
            </a:r>
          </a:p>
          <a:p>
            <a:pPr lvl="0"/>
            <a:r>
              <a:rPr/>
              <a:t>txs públicas de registry;</a:t>
            </a:r>
          </a:p>
          <a:p>
            <a:pPr lvl="0"/>
            <a:r>
              <a:rPr/>
              <a:t>runbook replayable;</a:t>
            </a:r>
          </a:p>
          <a:p>
            <a:pPr lvl="0"/>
            <a:r>
              <a:rPr/>
              <a:t>S4 live report;</a:t>
            </a:r>
          </a:p>
          <a:p>
            <a:pPr lvl="0"/>
            <a:r>
              <a:rPr/>
              <a:t>S8 boundary report;</a:t>
            </a:r>
          </a:p>
          <a:p>
            <a:pPr lvl="0"/>
            <a:r>
              <a:rPr/>
              <a:t>contratos e testes open-source.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Boundary honesto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Podemos ler publicamente a instância externa auditada, mas não mutá-la sem a signing key do admin.</a:t>
            </a:r>
          </a:p>
          <a:p>
            <a:pPr lvl="0" indent="0" marL="0">
              <a:buNone/>
            </a:pPr>
            <a:r>
              <a:rPr b="1"/>
              <a:t>Por que isso importa:</a:t>
            </a:r>
          </a:p>
          <a:p>
            <a:pPr lvl="0"/>
            <a:r>
              <a:rPr/>
              <a:t>a lane técnica está provada;</a:t>
            </a:r>
          </a:p>
          <a:p>
            <a:pPr lvl="0"/>
            <a:r>
              <a:rPr/>
              <a:t>o gap remanescente é de governança, não de viabilidade.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 win Pulso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integração Stellar real;</a:t>
            </a:r>
          </a:p>
          <a:p>
            <a:pPr lvl="0"/>
            <a:r>
              <a:rPr/>
              <a:t>primitive composable de policy;</a:t>
            </a:r>
          </a:p>
          <a:p>
            <a:pPr lvl="0"/>
            <a:r>
              <a:rPr/>
              <a:t>caso LatAm / institucional forte;</a:t>
            </a:r>
          </a:p>
          <a:p>
            <a:pPr lvl="0"/>
            <a:r>
              <a:rPr/>
              <a:t>privacidade + compliance juntos, não como tradeoff.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Depois do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Transformar a lane na primitive canônica de admissão conforme para:</a:t>
            </a:r>
          </a:p>
          <a:p>
            <a:pPr lvl="0"/>
            <a:r>
              <a:rPr/>
              <a:t>private payments;</a:t>
            </a:r>
          </a:p>
          <a:p>
            <a:pPr lvl="0"/>
            <a:r>
              <a:rPr/>
              <a:t>compliant stablecoin flows;</a:t>
            </a:r>
          </a:p>
          <a:p>
            <a:pPr lvl="0"/>
            <a:r>
              <a:rPr/>
              <a:t>regulated settlement;</a:t>
            </a:r>
          </a:p>
          <a:p>
            <a:pPr lvl="0"/>
            <a:r>
              <a:rPr/>
              <a:t>RWA movement.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DPO2U torna fluxos privados na Stellar credibly compliant sem colocar dado pessoal on-chain.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DPO2U × Pulso Hackathon</dc:title>
  <dc:creator>Frederico Santana</dc:creator>
  <cp:keywords/>
  <dcterms:created xsi:type="dcterms:W3CDTF">2026-06-19T15:47:39Z</dcterms:created>
  <dcterms:modified xsi:type="dcterms:W3CDTF">2026-06-19T15:47:39Z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2026-06-19</vt:lpwstr>
  </property>
</Properties>
</file>